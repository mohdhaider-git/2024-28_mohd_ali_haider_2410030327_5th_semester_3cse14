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206240"/>
            <a:ext cx="3291840" cy="329184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SIMULATION REPORT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Mastercard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D2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Job Simulation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the Forage Virtual Experience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463040" cy="0"/>
          </a:xfrm>
          <a:prstGeom prst="line">
            <a:avLst/>
          </a:prstGeom>
          <a:noFill/>
          <a:ln w="25400">
            <a:solidFill>
              <a:srgbClr val="C896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Ali Haider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2410030327  |  B.Tech CSE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4114800" cy="411480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40080"/>
            <a:ext cx="1554480" cy="1554480"/>
          </a:xfrm>
          <a:prstGeom prst="ellipse">
            <a:avLst/>
          </a:prstGeom>
          <a:solidFill>
            <a:srgbClr val="2C3B6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3774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Mohd Ali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868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Profile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20299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2410030327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2670048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624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287121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0" y="3511296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34655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37124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Batch 2024–2028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4352544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43068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45537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(Forage)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0" y="5193792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51480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Forage &amp; Mastercard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is a virtual work-experience platform that partners with global employers so students can practise realistic, on-the-job tasks free of cost. Mastercard sponsors its Cybersecurity Job Simulation on Forage, giving participants an inside look at how its Security Awareness team designs phishing-awareness exercises and uses the results to protect employees from social-engineering attacks.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8386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83464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8130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self-paced virtual work experiences designed with real employers.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2544" y="2606040"/>
            <a:ext cx="348386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83464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08576" y="3474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Sponsored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8576" y="38130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designed and sponsored by Mastercard's Security Awareness team.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56448" y="2606040"/>
            <a:ext cx="348386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83464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 Role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38130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take on the perspective of a Security Analyst tackling phishing risk.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Phishing Awareness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remains one of the most common and effective ways cybercriminals gain a foothold inside an organisation. Defending against it depends as much on employee awareness as on technical controls — yet most students only encounter phishing as a term from coursework, with little hands-on exposure to how a real security team designs and interprets an awareness exercise.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simulation addressed that gap through two practical, hands-on tasks: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F2A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379476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3794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3794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Realistic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379476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794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0" y="379476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15400" y="3794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794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Simulation Set Out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Threat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44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risk phishing poses to an organisation and its people.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173736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65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8576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Red Flags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944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characteristics that distinguish phishing emails from legitimate 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Mastercard's Approach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944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Mastercard prevents and mitigates phishing threats.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51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Simulation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obvious fake email into a convincing awareness-testing exercise.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52544" y="402336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251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08576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Results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08576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simulation outcome data to see where employees are most at risk.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402336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251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12480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Training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targeted, prioritised awareness training.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Simulation Drew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4436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identification &amp;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173736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65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8576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94436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a realistic scenario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94436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a believable test email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88620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86460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findings clearly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52544" y="365760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88620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08576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08576" y="486460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simulation outcome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365760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76200" dist="25400" dir="5400000">
              <a:srgbClr val="8C93A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3886200"/>
            <a:ext cx="502920" cy="50292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1248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86460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Prioritising follow-up training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a Phishing Email Simulation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deliberately obvious, low-effort phishing email, the task was to identify the red flags a real employee would notice — a mismatched sender address, a generic greeting, urgent or threatening language, a suspicious link — and then revise the email so it would realistically test an employee's ability to spot a phishing attempt.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55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sender details, links &amp; tone of the sample email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95928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227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specific red flags giving the email away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62856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897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the email to be more convincing for internal testing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9784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566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the revised email for the Security Awareness team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206240" cy="420624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Interpreting Phishing Simulation 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simulation run, the next task was to read the outcome data — who clicked the simulated link, who reported it as suspicious — and turn that into a practical recommendation on which teams most needed follow-up phishing-prevention training.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729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simulated click / report data from the campaign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398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employees and teams most at risk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06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which teams needed training first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46904"/>
            <a:ext cx="292608" cy="292608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737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 targeted awareness-training 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Successfully Completed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2029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Verification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9900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6aaf9aec8b93e7892aeee166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Verification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39502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6aaf98858b93e7892aee862f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DCE3F2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9103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(countersigned by Tom Brunskill, Co-Founder)</a:t>
            </a:r>
            <a:endParaRPr lang="en-US" sz="1350" dirty="0"/>
          </a:p>
        </p:txBody>
      </p:sp>
      <p:pic>
        <p:nvPicPr>
          <p:cNvPr id="16" name="Image 0" descr="/home/claude/work/cert_pag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4937760" cy="3703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•  Mohd Ali Haider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1828800"/>
            <a:ext cx="5029200" cy="502920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754880" cy="4754880"/>
          </a:xfrm>
          <a:prstGeom prst="ellipse">
            <a:avLst/>
          </a:prstGeom>
          <a:solidFill>
            <a:srgbClr val="141C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Cybersecurity Job Simulation  |  Forage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67528" y="4160520"/>
            <a:ext cx="1463040" cy="0"/>
          </a:xfrm>
          <a:prstGeom prst="line">
            <a:avLst/>
          </a:prstGeom>
          <a:noFill/>
          <a:ln w="25400">
            <a:solidFill>
              <a:srgbClr val="C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Ali Haider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2410030327  |  IILM University, Greater Noida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2026-09-20T10:29:24Z</dcterms:created>
  <dcterms:modified xsi:type="dcterms:W3CDTF">2026-09-20T10:29:24Z</dcterms:modified>
</cp:coreProperties>
</file>